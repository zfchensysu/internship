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6"/>
  </p:handoutMasterIdLst>
  <p:sldIdLst>
    <p:sldId id="264" r:id="rId4"/>
  </p:sldIdLst>
  <p:sldSz cx="12192000" cy="6858000"/>
  <p:notesSz cx="6858000" cy="9144000"/>
  <p:embeddedFontLst>
    <p:embeddedFont>
      <p:font typeface="Wonder Sans Bold" panose="00000500000000000000" charset="0"/>
      <p:regular r:id="rId1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57" name="ADMIN" initials="A" lastIdx="0" clrIdx="556"/>
  <p:cmAuthor id="1" name="陈希雯" initials="c" lastIdx="0" clrIdx="0"/>
  <p:cmAuthor id="558" name="zhouzean" initials="z" lastIdx="0" clrIdx="557"/>
  <p:cmAuthor id="2" name="未知的使用者140" initials="未" lastIdx="0" clrIdx="1"/>
  <p:cmAuthor id="559" name="李鹏飞_6bQfzI3a" initials="李" lastIdx="0" clrIdx="558"/>
  <p:cmAuthor id="3" name="lenovo" initials="l" lastIdx="0" clrIdx="2"/>
  <p:cmAuthor id="560" name="李晓菲_MZFnUzi6" initials="李" lastIdx="0" clrIdx="559"/>
  <p:cmAuthor id="4" name="未知的使用者197" initials="未" lastIdx="0" clrIdx="3"/>
  <p:cmAuthor id="561" name="小珞_QjMfU7FR" initials="小" lastIdx="0" clrIdx="560"/>
  <p:cmAuthor id="5" name="li cf" initials="lc" lastIdx="0" clrIdx="4"/>
  <p:cmAuthor id="562" name="骆倩怡_Znauj26B" initials="authorId_382814100" lastIdx="0" clrIdx="561"/>
  <p:cmAuthor id="6" name="王丽君" initials="王" lastIdx="0" clrIdx="5"/>
  <p:cmAuthor id="7" name="farben" initials="f" lastIdx="0" clrIdx="6"/>
  <p:cmAuthor id="8" name="Xia Ting" initials="X" lastIdx="0" clrIdx="7"/>
  <p:cmAuthor id="9" name="杨宇弘" initials="杨宇弘" lastIdx="0" clrIdx="8"/>
  <p:cmAuthor id="10" name="未知的使用者153" initials="未" lastIdx="0" clrIdx="9"/>
  <p:cmAuthor id="11" name="user" initials="u" lastIdx="0" clrIdx="10"/>
  <p:cmAuthor id="12" name="未知的使用者154" initials="未" lastIdx="0" clrIdx="11"/>
  <p:cmAuthor id="13" name="Qianyun Shi" initials="QS" lastIdx="0" clrIdx="12"/>
  <p:cmAuthor id="14" name=". leo" initials=".l" lastIdx="0" clrIdx="13"/>
  <p:cmAuthor id="15" name="未知用户11" initials="未" lastIdx="0" clrIdx="14"/>
  <p:cmAuthor id="16" name="miao shou" initials="ms" lastIdx="0" clrIdx="15"/>
  <p:cmAuthor id="17" name="未知的使用者151" initials="未" lastIdx="0" clrIdx="16"/>
  <p:cmAuthor id="18" name="yxhb" initials="y" lastIdx="0" clrIdx="17"/>
  <p:cmAuthor id="19" name="未知的使用者89" initials="未" lastIdx="0" clrIdx="18"/>
  <p:cmAuthor id="20" name="kingsoft" initials="k" lastIdx="0" clrIdx="19"/>
  <p:cmAuthor id="21" name="未知的使用者88" initials="未" lastIdx="0" clrIdx="20"/>
  <p:cmAuthor id="22" name="Admin" initials="A" lastIdx="0" clrIdx="21"/>
  <p:cmAuthor id="23" name="未知用户89" initials="未" lastIdx="0" clrIdx="22"/>
  <p:cmAuthor id="24" name="Administrator" initials="A" lastIdx="0" clrIdx="23"/>
  <p:cmAuthor id="25" name="庆芳 许" initials="庆" lastIdx="0" clrIdx="24"/>
  <p:cmAuthor id="26" name="linyicong" initials="l" lastIdx="0" clrIdx="25"/>
  <p:cmAuthor id="27" name="jerrychou" initials="j" lastIdx="0" clrIdx="26"/>
  <p:cmAuthor id="28" name="Reid" initials="R" lastIdx="0" clrIdx="27"/>
  <p:cmAuthor id="29" name="不明使用者12" initials="不" lastIdx="0" clrIdx="28"/>
  <p:cmAuthor id="30" name="马云飞10014438" initials="马" lastIdx="0" clrIdx="29"/>
  <p:cmAuthor id="31" name="不明使用者1" initials="不" lastIdx="0" clrIdx="30"/>
  <p:cmAuthor id="32" name="未知用户5" initials="未" lastIdx="0" clrIdx="31"/>
  <p:cmAuthor id="33" name="不明使用者2" initials="不" lastIdx="0" clrIdx="32"/>
  <p:cmAuthor id="34" name="10025093" initials="1" lastIdx="0" clrIdx="33"/>
  <p:cmAuthor id="35" name="不明使用者3" initials="不" lastIdx="0" clrIdx="34"/>
  <p:cmAuthor id="36" name="10078380" initials="1" lastIdx="0" clrIdx="35"/>
  <p:cmAuthor id="37" name="不明使用者4" initials="不" lastIdx="0" clrIdx="36"/>
  <p:cmAuthor id="38" name="00035181" initials="0" lastIdx="0" clrIdx="37"/>
  <p:cmAuthor id="39" name="不明使用者6" initials="不" lastIdx="0" clrIdx="38"/>
  <p:cmAuthor id="40" name="张燕" initials="张" lastIdx="0" clrIdx="39"/>
  <p:cmAuthor id="41" name="不明使用者5" initials="不" lastIdx="0" clrIdx="40"/>
  <p:cmAuthor id="42" name="Saku Uchikawa" initials="S" lastIdx="0" clrIdx="41"/>
  <p:cmAuthor id="43" name="不明使用者7" initials="不" lastIdx="0" clrIdx="42"/>
  <p:cmAuthor id="44" name="10066351" initials="1" lastIdx="0" clrIdx="43"/>
  <p:cmAuthor id="45" name="不明使用者8" initials="不" lastIdx="0" clrIdx="44"/>
  <p:cmAuthor id="46" name="ThinkPad" initials="T" lastIdx="0" clrIdx="45"/>
  <p:cmAuthor id="47" name="不明使用者9" initials="不" lastIdx="0" clrIdx="46"/>
  <p:cmAuthor id="48" name="Tao, Sherry Sitong" initials="TSS" lastIdx="0" clrIdx="47"/>
  <p:cmAuthor id="49" name="不明使用者10" initials="不" lastIdx="0" clrIdx="48"/>
  <p:cmAuthor id="50" name="张金龙" initials="张" lastIdx="0" clrIdx="49"/>
  <p:cmAuthor id="51" name="不明使用者11" initials="不" lastIdx="0" clrIdx="50"/>
  <p:cmAuthor id="52" name="陈喆" initials="陈" lastIdx="0" clrIdx="51"/>
  <p:cmAuthor id="53" name="未知的使用者227" initials="未" lastIdx="0" clrIdx="52"/>
  <p:cmAuthor id="54" name="Chen, Naikang A." initials="C" lastIdx="0" clrIdx="53"/>
  <p:cmAuthor id="55" name="未知的使用者270" initials="未" lastIdx="0" clrIdx="54"/>
  <p:cmAuthor id="56" name="15201" initials="1" lastIdx="0" clrIdx="55"/>
  <p:cmAuthor id="57" name="未知的使用者228" initials="未" lastIdx="0" clrIdx="56"/>
  <p:cmAuthor id="58" name="苏薇" initials="苏" lastIdx="0" clrIdx="57"/>
  <p:cmAuthor id="59" name="未知的使用者229" initials="未" lastIdx="0" clrIdx="58"/>
  <p:cmAuthor id="60" name="yubaoquan" initials="y" lastIdx="0" clrIdx="59"/>
  <p:cmAuthor id="61" name="未知的使用者230" initials="未" lastIdx="0" clrIdx="60"/>
  <p:cmAuthor id="62" name="林 卓" initials="林" lastIdx="0" clrIdx="61"/>
  <p:cmAuthor id="63" name="未知的使用者231" initials="未" lastIdx="0" clrIdx="62"/>
  <p:cmAuthor id="64" name="XiaoLi Tian" initials="XT" lastIdx="0" clrIdx="63"/>
  <p:cmAuthor id="65" name="未知的使用者256" initials="未" lastIdx="0" clrIdx="64"/>
  <p:cmAuthor id="66" name="yang" initials="y" lastIdx="0" clrIdx="65"/>
  <p:cmAuthor id="67" name="未知的使用者233" initials="未" lastIdx="0" clrIdx="66"/>
  <p:cmAuthor id="68" name="XMY" initials="X" lastIdx="0" clrIdx="67"/>
  <p:cmAuthor id="69" name="未知的使用者234" initials="未" lastIdx="0" clrIdx="68"/>
  <p:cmAuthor id="70" name="xmy" initials="x" lastIdx="0" clrIdx="69"/>
  <p:cmAuthor id="71" name="未知的使用者235" initials="未" lastIdx="0" clrIdx="70"/>
  <p:cmAuthor id="72" name="wum20" initials="w" lastIdx="0" clrIdx="71"/>
  <p:cmAuthor id="73" name="未知的使用者236" initials="未" lastIdx="0" clrIdx="72"/>
  <p:cmAuthor id="74" name="飞飞" initials="飞" lastIdx="0" clrIdx="73"/>
  <p:cmAuthor id="75" name="未知的使用者257" initials="未" lastIdx="0" clrIdx="74"/>
  <p:cmAuthor id="76" name="刘颖" initials="刘" lastIdx="0" clrIdx="75"/>
  <p:cmAuthor id="77" name="未知的使用者237" initials="未" lastIdx="0" clrIdx="76"/>
  <p:cmAuthor id="78" name="武敏" initials="武" lastIdx="0" clrIdx="77"/>
  <p:cmAuthor id="79" name="未知的使用者238" initials="未" lastIdx="0" clrIdx="78"/>
  <p:cmAuthor id="80" name="ZYSR-XY" initials="Z" lastIdx="0" clrIdx="79"/>
  <p:cmAuthor id="81" name="未知的使用者239" initials="未" lastIdx="0" clrIdx="80"/>
  <p:cmAuthor id="82" name="未知用户24" initials="未" lastIdx="0" clrIdx="81"/>
  <p:cmAuthor id="83" name="未知的使用者240" initials="未" lastIdx="0" clrIdx="82"/>
  <p:cmAuthor id="84" name="未知用户25" initials="未" lastIdx="0" clrIdx="83"/>
  <p:cmAuthor id="85" name="未知的使用者241" initials="未" lastIdx="0" clrIdx="84"/>
  <p:cmAuthor id="86" name="10072453" initials="1" lastIdx="0" clrIdx="85"/>
  <p:cmAuthor id="87" name="未知的使用者242" initials="未" lastIdx="0" clrIdx="86"/>
  <p:cmAuthor id="88" name="未知用户27" initials="未" lastIdx="0" clrIdx="87"/>
  <p:cmAuthor id="89" name="未知的使用者243" initials="未" lastIdx="0" clrIdx="88"/>
  <p:cmAuthor id="90" name="邹申" initials="邹" lastIdx="0" clrIdx="89"/>
  <p:cmAuthor id="91" name="未知的使用者258" initials="未" lastIdx="0" clrIdx="90"/>
  <p:cmAuthor id="92" name="yuange" initials="y" lastIdx="0" clrIdx="91"/>
  <p:cmAuthor id="93" name="未知的使用者259" initials="未" lastIdx="0" clrIdx="92"/>
  <p:cmAuthor id="94" name="ting yue" initials="t" lastIdx="0" clrIdx="93"/>
  <p:cmAuthor id="95" name="未知的使用者260" initials="未" lastIdx="0" clrIdx="94"/>
  <p:cmAuthor id="96" name="未知用户19" initials="未" lastIdx="0" clrIdx="95"/>
  <p:cmAuthor id="97" name="未知的使用者261" initials="未" lastIdx="0" clrIdx="96"/>
  <p:cmAuthor id="98" name="jk-an" initials="j" lastIdx="0" clrIdx="97"/>
  <p:cmAuthor id="99" name="未知的使用者262" initials="未" lastIdx="0" clrIdx="98"/>
  <p:cmAuthor id="100" name="殷格非" initials="殷" lastIdx="0" clrIdx="99"/>
  <p:cmAuthor id="101" name="david bin" initials="d" lastIdx="0" clrIdx="100"/>
  <p:cmAuthor id="102" name="未知的使用者263" initials="未" lastIdx="0" clrIdx="101"/>
  <p:cmAuthor id="103" name="z r" initials="zr" lastIdx="0" clrIdx="102"/>
  <p:cmAuthor id="104" name="MLOONG" initials="M" lastIdx="0" clrIdx="103"/>
  <p:cmAuthor id="105" name="未知的使用者264" initials="未" lastIdx="0" clrIdx="104"/>
  <p:cmAuthor id="106" name="lc xue" initials="lx" lastIdx="0" clrIdx="105"/>
  <p:cmAuthor id="107" name="未知用户17" initials="未" lastIdx="0" clrIdx="106"/>
  <p:cmAuthor id="108" name="未知的使用者265" initials="未" lastIdx="0" clrIdx="107"/>
  <p:cmAuthor id="109" name="孟芳芳（借调）" initials="V" lastIdx="0" clrIdx="108"/>
  <p:cmAuthor id="110" name="罗志军" initials="Microsof" lastIdx="0" clrIdx="109"/>
  <p:cmAuthor id="111" name="未知的使用者266" initials="未" lastIdx="0" clrIdx="110"/>
  <p:cmAuthor id="112" name="夜尽迟渊_UrQfrmQZ" initials="authorId_501680251" lastIdx="0" clrIdx="111"/>
  <p:cmAuthor id="113" name="未知的使用者267" initials="未" lastIdx="0" clrIdx="112"/>
  <p:cmAuthor id="114" name="未知用户10" initials="未" lastIdx="0" clrIdx="113"/>
  <p:cmAuthor id="115" name="未知的使用者268" initials="未" lastIdx="0" clrIdx="114"/>
  <p:cmAuthor id="116" name="王丰_aE3uARfm" initials="authorId_383357774" lastIdx="0" clrIdx="115"/>
  <p:cmAuthor id="117" name="未知用户15" initials="未" lastIdx="0" clrIdx="116"/>
  <p:cmAuthor id="118" name="未知的使用者269" initials="未" lastIdx="0" clrIdx="117"/>
  <p:cmAuthor id="119" name="方少_UbQfrimU" initials="authorId_442114952" lastIdx="0" clrIdx="118"/>
  <p:cmAuthor id="120" name="未知用户20" initials="未" lastIdx="0" clrIdx="119"/>
  <p:cmAuthor id="121" name="lillian" initials="l" lastIdx="0" clrIdx="120"/>
  <p:cmAuthor id="122" name="叶盛_Q3A3IfEf" initials="authorId_506280334" lastIdx="0" clrIdx="121"/>
  <p:cmAuthor id="123" name="未知用户21" initials="未" lastIdx="0" clrIdx="122"/>
  <p:cmAuthor id="124" name="未知用户197" initials="未" lastIdx="0" clrIdx="123"/>
  <p:cmAuthor id="125" name="Harley._bEJrUJ7r" initials="authorId_432156705" lastIdx="0" clrIdx="124"/>
  <p:cmAuthor id="126" name=" " initials=" " lastIdx="0" clrIdx="125"/>
  <p:cmAuthor id="127" name="未知的使用者217" initials="未" lastIdx="0" clrIdx="126"/>
  <p:cmAuthor id="128" name="罗平_VB7vJb2E" initials="authorId_305049361" lastIdx="0" clrIdx="127"/>
  <p:cmAuthor id="129" name="Liu Dong" initials="L" lastIdx="0" clrIdx="128"/>
  <p:cmAuthor id="130" name="未知的使用者218" initials="未" lastIdx="0" clrIdx="129"/>
  <p:cmAuthor id="131" name="xixi_nUjqe22E" initials="authorId_359229261" lastIdx="0" clrIdx="130"/>
  <p:cmAuthor id="132" name="Zhao Jing" initials="Z" lastIdx="0" clrIdx="131"/>
  <p:cmAuthor id="133" name="未知的使用者219" initials="未" lastIdx="0" clrIdx="132"/>
  <p:cmAuthor id="134" name="Xin Wang (IB)" initials="X" lastIdx="0" clrIdx="133"/>
  <p:cmAuthor id="135" name="YANQING BAO" initials="Y" lastIdx="0" clrIdx="134"/>
  <p:cmAuthor id="136" name="未知的使用者152" initials="未" lastIdx="0" clrIdx="135"/>
  <p:cmAuthor id="137" name="Haiyang Wang" initials="H" lastIdx="0" clrIdx="136"/>
  <p:cmAuthor id="138" name="Roet-Reinking, Nathalie" initials="R" lastIdx="0" clrIdx="137"/>
  <p:cmAuthor id="139" name="未知的使用者156" initials="未" lastIdx="0" clrIdx="138"/>
  <p:cmAuthor id="140" name="祝惠蓉" initials="祝" lastIdx="0" clrIdx="139"/>
  <p:cmAuthor id="141" name="陈俊奕" initials="陈俊奕" lastIdx="0" clrIdx="140"/>
  <p:cmAuthor id="142" name="宋海锐" initials="宋" lastIdx="0" clrIdx="141"/>
  <p:cmAuthor id="143" name="张 明晖" initials="张" lastIdx="0" clrIdx="142"/>
  <p:cmAuthor id="144" name="未知的使用者129" initials="未" lastIdx="0" clrIdx="143"/>
  <p:cmAuthor id="145" name="xiaver xiaver" initials="xx" lastIdx="0" clrIdx="144"/>
  <p:cmAuthor id="146" name="未知的使用者130" initials="未" lastIdx="0" clrIdx="145"/>
  <p:cmAuthor id="147" name="韩军伟" initials="韩" lastIdx="0" clrIdx="146"/>
  <p:cmAuthor id="148" name="未知的使用者131" initials="未" lastIdx="0" clrIdx="147"/>
  <p:cmAuthor id="149" name="刘 阳春" initials="刘" lastIdx="0" clrIdx="148"/>
  <p:cmAuthor id="150" name="未知的使用者132" initials="未" lastIdx="0" clrIdx="149"/>
  <p:cmAuthor id="151" name="三农金融事业部综合员" initials="三" lastIdx="0" clrIdx="150"/>
  <p:cmAuthor id="152" name="未知的使用者164" initials="未" lastIdx="0" clrIdx="151"/>
  <p:cmAuthor id="153" name="作者" initials="A" lastIdx="0" clrIdx="152"/>
  <p:cmAuthor id="154" name="未知的使用者172" initials="未" lastIdx="0" clrIdx="153"/>
  <p:cmAuthor id="155" name="shawnss" initials="s" lastIdx="0" clrIdx="154"/>
  <p:cmAuthor id="156" name="未知的使用者174" initials="未" lastIdx="0" clrIdx="155"/>
  <p:cmAuthor id="157" name="唐思源" initials="唐" lastIdx="0" clrIdx="156"/>
  <p:cmAuthor id="158" name="何 静" initials="何" lastIdx="0" clrIdx="157"/>
  <p:cmAuthor id="159" name="未知的使用者247" initials="未" lastIdx="0" clrIdx="158"/>
  <p:cmAuthor id="160" name="未知用户32" initials="未" lastIdx="0" clrIdx="159"/>
  <p:cmAuthor id="161" name="Ohayolanda" initials="O" lastIdx="0" clrIdx="160"/>
  <p:cmAuthor id="162" name="未知用户33" initials="未" lastIdx="0" clrIdx="161"/>
  <p:cmAuthor id="163" name="孟萦" initials="孟" lastIdx="0" clrIdx="162"/>
  <p:cmAuthor id="164" name="彬 罗" initials="彬" lastIdx="0" clrIdx="163"/>
  <p:cmAuthor id="165" name="PC" initials="P" lastIdx="0" clrIdx="164"/>
  <p:cmAuthor id="166" name="罗彬" initials="罗" lastIdx="0" clrIdx="165"/>
  <p:cmAuthor id="167" name="ts" initials="t" lastIdx="0" clrIdx="166"/>
  <p:cmAuthor id="168" name="1 mac" initials="1" lastIdx="0" clrIdx="167"/>
  <p:cmAuthor id="169" name="未知用户104" initials="" lastIdx="0" clrIdx="168"/>
  <p:cmAuthor id="170" name="Jinyi" initials="J" lastIdx="0" clrIdx="169"/>
  <p:cmAuthor id="171" name="江涛 李" initials="江" lastIdx="0" clrIdx="170"/>
  <p:cmAuthor id="172" name="林雪" initials="林" lastIdx="0" clrIdx="171"/>
  <p:cmAuthor id="173" name="Zhanwei Xiao(CUC SRD2-HZ-FZ)" initials="Z" lastIdx="0" clrIdx="172"/>
  <p:cmAuthor id="174" name="番茄花园" initials="番" lastIdx="0" clrIdx="173"/>
  <p:cmAuthor id="175" name="李佳" initials="李" lastIdx="0" clrIdx="174"/>
  <p:cmAuthor id="176" name="diana.cheng" initials="d" lastIdx="0" clrIdx="175"/>
  <p:cmAuthor id="177" name="黄欣悦" initials="黄" lastIdx="0" clrIdx="176"/>
  <p:cmAuthor id="178" name="Zhou, Jane Ye" initials="Z" lastIdx="0" clrIdx="177"/>
  <p:cmAuthor id="179" name="Ma, Jun A." initials="M" lastIdx="0" clrIdx="178"/>
  <p:cmAuthor id="180" name="Doris Tan" initials="D" lastIdx="0" clrIdx="179"/>
  <p:cmAuthor id="181" name="Joy HL Sang" initials="J" lastIdx="0" clrIdx="180"/>
  <p:cmAuthor id="182" name="冯智强" initials="冯" lastIdx="0" clrIdx="181"/>
  <p:cmAuthor id="183" name="Zhou, Joey (IBD)" initials="Z" lastIdx="0" clrIdx="182"/>
  <p:cmAuthor id="184" name="孙运海" initials="孙" lastIdx="0" clrIdx="183"/>
  <p:cmAuthor id="185" name="浩 陈" initials="浩" lastIdx="0" clrIdx="184"/>
  <p:cmAuthor id="186" name="wumin" initials="w" lastIdx="0" clrIdx="185"/>
  <p:cmAuthor id="187" name="岳文甲" initials="岳" lastIdx="0" clrIdx="186"/>
  <p:cmAuthor id="188" name="91huhang" initials="9" lastIdx="0" clrIdx="187"/>
  <p:cmAuthor id="189" name="Ms" initials="M" lastIdx="0" clrIdx="188"/>
  <p:cmAuthor id="190" name="Franca, Ryan {MDAO~Basel}" initials="F" lastIdx="0" clrIdx="189"/>
  <p:cmAuthor id="191" name="李传波" initials="李" lastIdx="0" clrIdx="190"/>
  <p:cmAuthor id="192" name="45383746@qq.com" initials="4" lastIdx="0" clrIdx="191"/>
  <p:cmAuthor id="193" name="hauk guan" initials="h" lastIdx="0" clrIdx="192"/>
  <p:cmAuthor id="194" name="sierra" initials="s" lastIdx="0" clrIdx="193"/>
  <p:cmAuthor id="195" name="陈艳" initials="陈" lastIdx="0" clrIdx="194"/>
  <p:cmAuthor id="196" name="王 公然" initials="王" lastIdx="0" clrIdx="195"/>
  <p:cmAuthor id="197" name="MC SYSTEM" initials="M" lastIdx="0" clrIdx="196"/>
  <p:cmAuthor id="198" name="spring_ren" initials="s" lastIdx="0" clrIdx="197"/>
  <p:cmAuthor id="199" name="李璐---寿险总公司营销管理部" initials="李" lastIdx="0" clrIdx="198"/>
  <p:cmAuthor id="200" name="xuqing" initials="x" lastIdx="0" clrIdx="199"/>
  <p:cmAuthor id="201" name="王顶" initials="王" lastIdx="0" clrIdx="200"/>
  <p:cmAuthor id="202" name="周宏達JerryChou" initials="" lastIdx="0" clrIdx="201"/>
  <p:cmAuthor id="203" name="邢辰凤" initials="邢" lastIdx="0" clrIdx="202"/>
  <p:cmAuthor id="204" name="未知的使用者56" initials="" lastIdx="0" clrIdx="203"/>
  <p:cmAuthor id="205" name="未知用户46" initials="未" lastIdx="0" clrIdx="204"/>
  <p:cmAuthor id="206" name="未知的使用者119" initials="" lastIdx="0" clrIdx="205"/>
  <p:cmAuthor id="207" name="未知用户59" initials="" lastIdx="0" clrIdx="206"/>
  <p:cmAuthor id="208" name="未知的使用者22" initials="" lastIdx="0" clrIdx="207"/>
  <p:cmAuthor id="209" name="順天" initials="順" lastIdx="0" clrIdx="208"/>
  <p:cmAuthor id="210" name="未知的使用者103" initials="" lastIdx="0" clrIdx="209"/>
  <p:cmAuthor id="211" name="Wenwen" initials="" lastIdx="0" clrIdx="210"/>
  <p:cmAuthor id="212" name="未知的使用者117" initials="" lastIdx="0" clrIdx="211"/>
  <p:cmAuthor id="213" name="未知的使用者33" initials="" lastIdx="0" clrIdx="212"/>
  <p:cmAuthor id="214" name="未知的使用者28" initials="" lastIdx="0" clrIdx="213"/>
  <p:cmAuthor id="215" name="未知用户67" initials="" lastIdx="0" clrIdx="214"/>
  <p:cmAuthor id="216" name="未知用户114" initials="" lastIdx="0" clrIdx="215"/>
  <p:cmAuthor id="217" name="未知用户18" initials="" lastIdx="0" clrIdx="216"/>
  <p:cmAuthor id="218" name="未知的使用者67" initials="" lastIdx="0" clrIdx="217"/>
  <p:cmAuthor id="219" name="未知用户293" initials="未" lastIdx="0" clrIdx="218"/>
  <p:cmAuthor id="220" name="未知的使用者46" initials="" lastIdx="0" clrIdx="219"/>
  <p:cmAuthor id="221" name="未知的使用者26" initials="" lastIdx="0" clrIdx="220"/>
  <p:cmAuthor id="222" name="未知的使用者43" initials="" lastIdx="0" clrIdx="221"/>
  <p:cmAuthor id="223" name="未知的使用者9" initials="" lastIdx="0" clrIdx="222"/>
  <p:cmAuthor id="224" name="未知用户62" initials="" lastIdx="0" clrIdx="223"/>
  <p:cmAuthor id="225" name="yuanzh" initials="" lastIdx="0" clrIdx="224"/>
  <p:cmAuthor id="226" name="不明使用者57" initials="" lastIdx="0" clrIdx="225"/>
  <p:cmAuthor id="227" name="未知用户108" initials="" lastIdx="0" clrIdx="226"/>
  <p:cmAuthor id="228" name="未知的使用者110" initials="" lastIdx="0" clrIdx="227"/>
  <p:cmAuthor id="229" name="linyd" initials="" lastIdx="0" clrIdx="228"/>
  <p:cmAuthor id="230" name="guanhh" initials="g" lastIdx="0" clrIdx="229"/>
  <p:cmAuthor id="231" name="未知的使用者31" initials="" lastIdx="0" clrIdx="230"/>
  <p:cmAuthor id="232" name="未知用户81" initials="" lastIdx="0" clrIdx="231"/>
  <p:cmAuthor id="233" name="未知用户115" initials="" lastIdx="0" clrIdx="232"/>
  <p:cmAuthor id="234" name="未知的使用者68" initials="" lastIdx="0" clrIdx="233"/>
  <p:cmAuthor id="235" name="mm" initials="" lastIdx="0" clrIdx="234"/>
  <p:cmAuthor id="236" name="朱晓瑜" initials="" lastIdx="0" clrIdx="235"/>
  <p:cmAuthor id="237" name="不明使用者20" initials="" lastIdx="0" clrIdx="236"/>
  <p:cmAuthor id="238" name="未知用户82" initials="" lastIdx="0" clrIdx="237"/>
  <p:cmAuthor id="239" name="未知的使用者7" initials="" lastIdx="0" clrIdx="238"/>
  <p:cmAuthor id="240" name="未知的使用者55" initials="" lastIdx="0" clrIdx="239"/>
  <p:cmAuthor id="241" name="未知的使用者111" initials="" lastIdx="0" clrIdx="240"/>
  <p:cmAuthor id="242" name="未知的使用者50" initials="" lastIdx="0" clrIdx="241"/>
  <p:cmAuthor id="243" name="未知的使用者11" initials="" lastIdx="0" clrIdx="242"/>
  <p:cmAuthor id="244" name="未知用户47" initials="" lastIdx="0" clrIdx="243"/>
  <p:cmAuthor id="245" name="未知用户106" initials="未" lastIdx="0" clrIdx="244"/>
  <p:cmAuthor id="246" name="未知用户116" initials="" lastIdx="0" clrIdx="245"/>
  <p:cmAuthor id="247" name="未知的使用者150" initials="未" lastIdx="0" clrIdx="246"/>
  <p:cmAuthor id="248" name="未知的使用者69" initials="" lastIdx="0" clrIdx="247"/>
  <p:cmAuthor id="249" name="未知的使用者112" initials="" lastIdx="0" clrIdx="248"/>
  <p:cmAuthor id="250" name="未知用户183" initials="未知用户183" lastIdx="0" clrIdx="249"/>
  <p:cmAuthor id="251" name="yudi lin" initials="y" lastIdx="0" clrIdx="250"/>
  <p:cmAuthor id="252" name="Kevin Hu" initials="" lastIdx="0" clrIdx="251"/>
  <p:cmAuthor id="253" name="未知的使用者38" initials="" lastIdx="0" clrIdx="252"/>
  <p:cmAuthor id="254" name="liuzga" initials="l" lastIdx="0" clrIdx="253"/>
  <p:cmAuthor id="255" name="唐可欣" initials="" lastIdx="0" clrIdx="254"/>
  <p:cmAuthor id="256" name="49554261@qq.com" initials="4" lastIdx="0" clrIdx="255"/>
  <p:cmAuthor id="257" name="未知的使用者8" initials="" lastIdx="0" clrIdx="256"/>
  <p:cmAuthor id="258" name="不明使用者56" initials="" lastIdx="0" clrIdx="257"/>
  <p:cmAuthor id="259" name="P00035_jeremy" initials="" lastIdx="0" clrIdx="258"/>
  <p:cmAuthor id="260" name="Unknown User7" initials="" lastIdx="0" clrIdx="259"/>
  <p:cmAuthor id="261" name="muzi wei" initials="" lastIdx="0" clrIdx="260"/>
  <p:cmAuthor id="262" name="未知的使用者41" initials="" lastIdx="0" clrIdx="261"/>
  <p:cmAuthor id="263" name="未知的使用者13" initials="" lastIdx="0" clrIdx="262"/>
  <p:cmAuthor id="264" name="djj" initials="" lastIdx="0" clrIdx="263"/>
  <p:cmAuthor id="265" name="未知用户117" initials="" lastIdx="0" clrIdx="264"/>
  <p:cmAuthor id="266" name="shinin" initials="s" lastIdx="0" clrIdx="265"/>
  <p:cmAuthor id="267" name="未知用户13" initials="" lastIdx="0" clrIdx="266"/>
  <p:cmAuthor id="268" name="不明使用者21" initials="" lastIdx="0" clrIdx="267"/>
  <p:cmAuthor id="269" name="YUMINGNJ" initials="" lastIdx="0" clrIdx="268"/>
  <p:cmAuthor id="270" name="未知的使用者52" initials="" lastIdx="0" clrIdx="269"/>
  <p:cmAuthor id="271" name="未知用户109" initials="" lastIdx="0" clrIdx="270"/>
  <p:cmAuthor id="272" name="Unknown User117" initials="U" lastIdx="0" clrIdx="271"/>
  <p:cmAuthor id="273" name="thomas" initials="" lastIdx="0" clrIdx="272"/>
  <p:cmAuthor id="274" name="未知的使用者3" initials="" lastIdx="0" clrIdx="273"/>
  <p:cmAuthor id="275" name="谢学斌" initials="谢" lastIdx="0" clrIdx="274"/>
  <p:cmAuthor id="276" name="未知用户14" initials="" lastIdx="0" clrIdx="275"/>
  <p:cmAuthor id="277" name="Unknown User65" initials="U" lastIdx="0" clrIdx="276"/>
  <p:cmAuthor id="278" name="未知用户98" initials="" lastIdx="0" clrIdx="277"/>
  <p:cmAuthor id="279" name="Unknown User67" initials="U" lastIdx="0" clrIdx="278"/>
  <p:cmAuthor id="280" name="沈霄雷" initials="沈" lastIdx="0" clrIdx="279"/>
  <p:cmAuthor id="281" name="未知用户83" initials="" lastIdx="0" clrIdx="280"/>
  <p:cmAuthor id="282" name="SF" initials="S" lastIdx="0" clrIdx="281"/>
  <p:cmAuthor id="283" name="未知用户61" initials="" lastIdx="0" clrIdx="282"/>
  <p:cmAuthor id="284" name="sammi" initials="s" lastIdx="0" clrIdx="283"/>
  <p:cmAuthor id="285" name="張秀娟" initials="" lastIdx="0" clrIdx="284"/>
  <p:cmAuthor id="286" name="Jason Wang" initials="" lastIdx="0" clrIdx="285"/>
  <p:cmAuthor id="287" name="不明使用者18" initials="" lastIdx="0" clrIdx="286"/>
  <p:cmAuthor id="288" name="未知用户28" initials="未" lastIdx="0" clrIdx="287"/>
  <p:cmAuthor id="289" name="未知的使用者72" initials="" lastIdx="0" clrIdx="288"/>
  <p:cmAuthor id="290" name="未知的使用者48" initials="" lastIdx="0" clrIdx="289"/>
  <p:cmAuthor id="291" name="未知的使用者104" initials="" lastIdx="0" clrIdx="290"/>
  <p:cmAuthor id="292" name="施普希（菜菜）" initials="施" lastIdx="0" clrIdx="291"/>
  <p:cmAuthor id="293" name="未知用户60" initials="" lastIdx="0" clrIdx="292"/>
  <p:cmAuthor id="294" name="未知的使用者39" initials="未" lastIdx="0" clrIdx="293"/>
  <p:cmAuthor id="295" name="Shawna Strickland" initials="" lastIdx="0" clrIdx="294"/>
  <p:cmAuthor id="296" name="未知的使用者36" initials="" lastIdx="0" clrIdx="295"/>
  <p:cmAuthor id="297" name="Daniel Wuu" initials="" lastIdx="0" clrIdx="296"/>
  <p:cmAuthor id="298" name="未知用户56" initials="" lastIdx="0" clrIdx="297"/>
  <p:cmAuthor id="299" name="未知的使用者14" initials="" lastIdx="0" clrIdx="298"/>
  <p:cmAuthor id="300" name="Ashley Eberenz" initials="" lastIdx="0" clrIdx="299"/>
  <p:cmAuthor id="301" name="不明使用者19" initials="" lastIdx="0" clrIdx="300"/>
  <p:cmAuthor id="302" name="qiantong" initials="" lastIdx="0" clrIdx="301"/>
  <p:cmAuthor id="303" name="未知的使用者74" initials="" lastIdx="0" clrIdx="302"/>
  <p:cmAuthor id="304" name="未知的使用者23" initials="" lastIdx="0" clrIdx="303"/>
  <p:cmAuthor id="305" name="未知的使用者1" initials="" lastIdx="0" clrIdx="304"/>
  <p:cmAuthor id="306" name="116304" initials="" lastIdx="0" clrIdx="305"/>
  <p:cmAuthor id="307" name="韩雨" initials="韩" lastIdx="0" clrIdx="306"/>
  <p:cmAuthor id="308" name="未知用户31" initials="未" lastIdx="0" clrIdx="307"/>
  <p:cmAuthor id="309" name="R affer" initials="" lastIdx="0" clrIdx="308"/>
  <p:cmAuthor id="310" name="qihua-DCMS" initials="" lastIdx="0" clrIdx="309"/>
  <p:cmAuthor id="311" name="未知用户55" initials="" lastIdx="0" clrIdx="310"/>
  <p:cmAuthor id="312" name="未知的使用者95" initials="" lastIdx="0" clrIdx="311"/>
  <p:cmAuthor id="313" name="未知的使用者32" initials="" lastIdx="0" clrIdx="312"/>
  <p:cmAuthor id="314" name="未知的使用者49" initials="" lastIdx="0" clrIdx="313"/>
  <p:cmAuthor id="315" name="Unknown User26" initials="U" lastIdx="0" clrIdx="314"/>
  <p:cmAuthor id="316" name="yuexuejun" initials="" lastIdx="0" clrIdx="315"/>
  <p:cmAuthor id="317" name="未知的使用者71" initials="" lastIdx="0" clrIdx="316"/>
  <p:cmAuthor id="318" name="未知的使用者105" initials="" lastIdx="0" clrIdx="317"/>
  <p:cmAuthor id="319" name="Unknown User70" initials="" lastIdx="0" clrIdx="318"/>
  <p:cmAuthor id="320" name="clinchen" initials="" lastIdx="0" clrIdx="319"/>
  <p:cmAuthor id="321" name="未知用户23" initials="" lastIdx="0" clrIdx="320"/>
  <p:cmAuthor id="322" name="hanjuncompany" initials="" lastIdx="0" clrIdx="321"/>
  <p:cmAuthor id="323" name="kathy chen" initials="" lastIdx="0" clrIdx="322"/>
  <p:cmAuthor id="324" name="未知的使用者63" initials="" lastIdx="0" clrIdx="323"/>
  <p:cmAuthor id="325" name="未知的使用者64" initials="" lastIdx="0" clrIdx="324"/>
  <p:cmAuthor id="326" name="未知的使用者47" initials="" lastIdx="0" clrIdx="325"/>
  <p:cmAuthor id="327" name="未知的使用者60" initials="" lastIdx="0" clrIdx="326"/>
  <p:cmAuthor id="328" name="未知的使用者59" initials="" lastIdx="0" clrIdx="327"/>
  <p:cmAuthor id="329" name="未知的使用者54" initials="" lastIdx="0" clrIdx="328"/>
  <p:cmAuthor id="330" name="未知的使用者66" initials="" lastIdx="0" clrIdx="329"/>
  <p:cmAuthor id="331" name="jason" initials="j" lastIdx="0" clrIdx="330"/>
  <p:cmAuthor id="332" name="未知的使用者65" initials="" lastIdx="0" clrIdx="331"/>
  <p:cmAuthor id="333" name="JH" initials="J" lastIdx="0" clrIdx="332"/>
  <p:cmAuthor id="334" name="未知的使用者106" initials="" lastIdx="0" clrIdx="333"/>
  <p:cmAuthor id="335" name="WJF WANGJIAFENG (王家峰)" initials="WW(" lastIdx="0" clrIdx="334"/>
  <p:cmAuthor id="336" name="未知的使用者107" initials="" lastIdx="0" clrIdx="335"/>
  <p:cmAuthor id="337" name="未知的使用者108" initials="" lastIdx="0" clrIdx="336"/>
  <p:cmAuthor id="338" name="未知的使用者86" initials="" lastIdx="0" clrIdx="337"/>
  <p:cmAuthor id="339" name="未知的使用者116" initials="" lastIdx="0" clrIdx="338"/>
  <p:cmAuthor id="340" name="未知的使用者44" initials="" lastIdx="0" clrIdx="339"/>
  <p:cmAuthor id="341" name="未知的使用者37" initials="" lastIdx="0" clrIdx="340"/>
  <p:cmAuthor id="342" name="仇怿俊" initials="仇" lastIdx="0" clrIdx="341"/>
  <p:cmAuthor id="343" name="未知的使用者126" initials="" lastIdx="0" clrIdx="342"/>
  <p:cmAuthor id="344" name="姚 舜阳" initials="姚" lastIdx="0" clrIdx="343"/>
  <p:cmAuthor id="345" name="未知的使用者127" initials="" lastIdx="0" clrIdx="344"/>
  <p:cmAuthor id="346" name="10356" initials="1" lastIdx="0" clrIdx="345"/>
  <p:cmAuthor id="347" name="未知的使用者128" initials="" lastIdx="0" clrIdx="346"/>
  <p:cmAuthor id="348" name="Wenjing zhou" initials="Wz" lastIdx="0" clrIdx="347"/>
  <p:cmAuthor id="349" name="未知的使用者124" initials="" lastIdx="0" clrIdx="348"/>
  <p:cmAuthor id="350" name="未知的使用者125" initials="" lastIdx="0" clrIdx="349"/>
  <p:cmAuthor id="351" name="Sara Chen" initials="" lastIdx="0" clrIdx="350"/>
  <p:cmAuthor id="352" name="huang gerrard" initials="" lastIdx="0" clrIdx="351"/>
  <p:cmAuthor id="353" name="未知用户170" initials="" lastIdx="0" clrIdx="352"/>
  <p:cmAuthor id="354" name="未知用户171" initials="" lastIdx="0" clrIdx="353"/>
  <p:cmAuthor id="355" name="未知用户172" initials="" lastIdx="0" clrIdx="354"/>
  <p:cmAuthor id="356" name="未知用户173" initials="" lastIdx="0" clrIdx="355"/>
  <p:cmAuthor id="357" name="未知用户149" initials="" lastIdx="0" clrIdx="356"/>
  <p:cmAuthor id="358" name="Bob_ZriujuQf" initials="authorId_499729615" lastIdx="0" clrIdx="357"/>
  <p:cmAuthor id="359" name="未知用户150" initials="" lastIdx="0" clrIdx="358"/>
  <p:cmAuthor id="360" name="夏阳yy_uMNzuEn2" initials="authorId_312436627" lastIdx="0" clrIdx="359"/>
  <p:cmAuthor id="361" name="未知用户151" initials="" lastIdx="0" clrIdx="360"/>
  <p:cmAuthor id="362" name="Kassie_7bQ3NFvM" initials="authorId_1418130444" lastIdx="0" clrIdx="361"/>
  <p:cmAuthor id="363" name="未知用户152" initials="" lastIdx="0" clrIdx="362"/>
  <p:cmAuthor id="364" name="WPS_1423260211_F3mya2uI" initials="authorId_1423260211" lastIdx="0" clrIdx="363"/>
  <p:cmAuthor id="365" name="未知用户153" initials="" lastIdx="0" clrIdx="364"/>
  <p:cmAuthor id="366" name="尹 姣姣" initials="尹" lastIdx="0" clrIdx="365"/>
  <p:cmAuthor id="367" name="未知用户154" initials="" lastIdx="0" clrIdx="366"/>
  <p:cmAuthor id="368" name="未知用户155" initials="" lastIdx="0" clrIdx="367"/>
  <p:cmAuthor id="369" name="未知用户41" initials="" lastIdx="0" clrIdx="368"/>
  <p:cmAuthor id="370" name="未知用户44" initials="" lastIdx="0" clrIdx="369"/>
  <p:cmAuthor id="371" name="未知用户45" initials="" lastIdx="0" clrIdx="370"/>
  <p:cmAuthor id="372" name="未知用户156" initials="" lastIdx="0" clrIdx="371"/>
  <p:cmAuthor id="373" name="未知用户64" initials="" lastIdx="0" clrIdx="372"/>
  <p:cmAuthor id="374" name="未知用户65" initials="" lastIdx="0" clrIdx="373"/>
  <p:cmAuthor id="375" name="未知用户68" initials="" lastIdx="0" clrIdx="374"/>
  <p:cmAuthor id="376" name="未知用户69" initials="" lastIdx="0" clrIdx="375"/>
  <p:cmAuthor id="377" name="未知用户70" initials="" lastIdx="0" clrIdx="376"/>
  <p:cmAuthor id="378" name="未知用户71" initials="" lastIdx="0" clrIdx="377"/>
  <p:cmAuthor id="379" name="未知用户72" initials="" lastIdx="0" clrIdx="378"/>
  <p:cmAuthor id="380" name="未知用户73" initials="" lastIdx="0" clrIdx="379"/>
  <p:cmAuthor id="381" name="未知用户49" initials="" lastIdx="0" clrIdx="380"/>
  <p:cmAuthor id="382" name="未知用户50" initials="" lastIdx="0" clrIdx="381"/>
  <p:cmAuthor id="383" name="未知用户52" initials="" lastIdx="0" clrIdx="382"/>
  <p:cmAuthor id="384" name="MA15" initials="" lastIdx="0" clrIdx="383"/>
  <p:cmAuthor id="385" name="未知用户53" initials="" lastIdx="0" clrIdx="384"/>
  <p:cmAuthor id="386" name="未知用户96" initials="" lastIdx="0" clrIdx="385"/>
  <p:cmAuthor id="387" name="未知用户48" initials="" lastIdx="0" clrIdx="386"/>
  <p:cmAuthor id="388" name="未知用户97" initials="" lastIdx="0" clrIdx="387"/>
  <p:cmAuthor id="389" name="未知用户40" initials="" lastIdx="0" clrIdx="388"/>
  <p:cmAuthor id="390" name="未知用户43" initials="" lastIdx="0" clrIdx="389"/>
  <p:cmAuthor id="391" name="未知用户100" initials="" lastIdx="0" clrIdx="390"/>
  <p:cmAuthor id="392" name="未知用户101" initials="" lastIdx="0" clrIdx="391"/>
  <p:cmAuthor id="393" name="未知用户26" initials="" lastIdx="0" clrIdx="392"/>
  <p:cmAuthor id="394" name="未知用户29" initials="" lastIdx="0" clrIdx="393"/>
  <p:cmAuthor id="395" name="未知用户34" initials="" lastIdx="0" clrIdx="394"/>
  <p:cmAuthor id="396" name="未知用户42" initials="" lastIdx="0" clrIdx="395"/>
  <p:cmAuthor id="397" name="未知的使用者109" initials="" lastIdx="0" clrIdx="396"/>
  <p:cmAuthor id="398" name="未知的使用者122" initials="" lastIdx="0" clrIdx="397"/>
  <p:cmAuthor id="399" name="未知的使用者123" initials="" lastIdx="0" clrIdx="398"/>
  <p:cmAuthor id="400" name="未知用户93" initials="" lastIdx="0" clrIdx="399"/>
  <p:cmAuthor id="401" name="未知用户90" initials="" lastIdx="0" clrIdx="400"/>
  <p:cmAuthor id="402" name="未知用户91" initials="" lastIdx="0" clrIdx="401"/>
  <p:cmAuthor id="403" name="未知用户92" initials="" lastIdx="0" clrIdx="402"/>
  <p:cmAuthor id="404" name="未知用户74" initials="" lastIdx="0" clrIdx="403"/>
  <p:cmAuthor id="405" name="未知用户75" initials="" lastIdx="0" clrIdx="404"/>
  <p:cmAuthor id="406" name="未知用户76" initials="" lastIdx="0" clrIdx="405"/>
  <p:cmAuthor id="407" name="未知用户77" initials="" lastIdx="0" clrIdx="406"/>
  <p:cmAuthor id="408" name="未知用户78" initials="" lastIdx="0" clrIdx="407"/>
  <p:cmAuthor id="409" name="未知用户79" initials="" lastIdx="0" clrIdx="408"/>
  <p:cmAuthor id="410" name="未知用户80" initials="" lastIdx="0" clrIdx="409"/>
  <p:cmAuthor id="411" name="Harry xu" initials="" lastIdx="0" clrIdx="410"/>
  <p:cmAuthor id="412" name="未知用户35" initials="未" lastIdx="0" clrIdx="411"/>
  <p:cmAuthor id="413" name="未知用户111" initials="未" lastIdx="0" clrIdx="412"/>
  <p:cmAuthor id="414" name="le" initials="l" lastIdx="0" clrIdx="413"/>
  <p:cmAuthor id="415" name="群智集" initials="群" lastIdx="0" clrIdx="414"/>
  <p:cmAuthor id="416" name="未知的使用者161" initials="未" lastIdx="0" clrIdx="415"/>
  <p:cmAuthor id="417" name="李 忠" initials="李" lastIdx="0" clrIdx="416"/>
  <p:cmAuthor id="418" name="tonghailan" initials="t" lastIdx="0" clrIdx="417"/>
  <p:cmAuthor id="419" name="Unknown User22" initials="U" lastIdx="0" clrIdx="418"/>
  <p:cmAuthor id="420" name="郏鹏" initials="M" lastIdx="0" clrIdx="419"/>
  <p:cmAuthor id="421" name="XJL" initials="X" lastIdx="0" clrIdx="420"/>
  <p:cmAuthor id="422" name="未知的使用者75" initials="未" lastIdx="0" clrIdx="421"/>
  <p:cmAuthor id="423" name="未知的使用者77" initials="未" lastIdx="0" clrIdx="422"/>
  <p:cmAuthor id="424" name="未知的使用者78" initials="未" lastIdx="0" clrIdx="423"/>
  <p:cmAuthor id="425" name="未知的使用者79" initials="未" lastIdx="0" clrIdx="424"/>
  <p:cmAuthor id="426" name="KZY" initials="K" lastIdx="0" clrIdx="425"/>
  <p:cmAuthor id="427" name="未知的使用者82" initials="未" lastIdx="0" clrIdx="426"/>
  <p:cmAuthor id="428" name="jialuo" initials="j" lastIdx="0" clrIdx="427"/>
  <p:cmAuthor id="429" name="未知用户63" initials="未知用户63" lastIdx="0" clrIdx="428"/>
  <p:cmAuthor id="430" name="未知的使用者102" initials="未" lastIdx="0" clrIdx="429"/>
  <p:cmAuthor id="431" name="未知的使用者61" initials="未" lastIdx="0" clrIdx="430"/>
  <p:cmAuthor id="432" name="仝德志" initials="仝" lastIdx="0" clrIdx="431"/>
  <p:cmAuthor id="433" name="未知用户112" initials="未知用户112" lastIdx="0" clrIdx="432"/>
  <p:cmAuthor id="434" name="未知的使用者183" initials="未" lastIdx="0" clrIdx="433"/>
  <p:cmAuthor id="435" name="未知用户162" initials="未知用户162" lastIdx="0" clrIdx="434"/>
  <p:cmAuthor id="436" name="未知用户163" initials="未知用户163" lastIdx="0" clrIdx="435"/>
  <p:cmAuthor id="437" name="針對所選的門市進行小範圍實驗，捕捉驅動績效的關鍵影響因子" initials="針" lastIdx="0" clrIdx="436"/>
  <p:cmAuthor id="438" name="James" initials="J" lastIdx="0" clrIdx="437"/>
  <p:cmAuthor id="439" name="未知的使用者114" initials="未" lastIdx="0" clrIdx="438"/>
  <p:cmAuthor id="440" name="未知用户164" initials="未知用户164" lastIdx="0" clrIdx="439"/>
  <p:cmAuthor id="441" name="未知的使用者184" initials="未" lastIdx="0" clrIdx="440"/>
  <p:cmAuthor id="442" name="未知的使用者185" initials="未" lastIdx="0" clrIdx="441"/>
  <p:cmAuthor id="443" name="未知的使用者186" initials="未" lastIdx="0" clrIdx="442"/>
  <p:cmAuthor id="444" name="未知的使用者175" initials="未" lastIdx="0" clrIdx="443"/>
  <p:cmAuthor id="445" name="未知的使用者176" initials="未" lastIdx="0" clrIdx="444"/>
  <p:cmAuthor id="446" name="未知的使用者187" initials="未" lastIdx="0" clrIdx="445"/>
  <p:cmAuthor id="447" name="未知的使用者178" initials="未" lastIdx="0" clrIdx="446"/>
  <p:cmAuthor id="448" name="未知的使用者179" initials="未" lastIdx="0" clrIdx="447"/>
  <p:cmAuthor id="449" name="未知的使用者180" initials="未" lastIdx="0" clrIdx="448"/>
  <p:cmAuthor id="450" name="未知的使用者181" initials="未" lastIdx="0" clrIdx="449"/>
  <p:cmAuthor id="451" name="未知的使用者170" initials="未" lastIdx="0" clrIdx="450"/>
  <p:cmAuthor id="452" name="未知的使用者190" initials="未" lastIdx="0" clrIdx="451"/>
  <p:cmAuthor id="453" name="未知的使用者191" initials="未" lastIdx="0" clrIdx="452"/>
  <p:cmAuthor id="454" name="未知的使用者141" initials="未" lastIdx="0" clrIdx="453"/>
  <p:cmAuthor id="455" name="未知的使用者142" initials="未" lastIdx="0" clrIdx="454"/>
  <p:cmAuthor id="456" name="王林10186938" initials="王林10186938" lastIdx="0" clrIdx="455"/>
  <p:cmAuthor id="457" name="未知的使用者143" initials="未" lastIdx="0" clrIdx="456"/>
  <p:cmAuthor id="458" name="沙俊杰00140688" initials="沙俊杰00140688" lastIdx="0" clrIdx="457"/>
  <p:cmAuthor id="459" name="未知的使用者144" initials="未" lastIdx="0" clrIdx="458"/>
  <p:cmAuthor id="460" name="未知的使用者145" initials="未" lastIdx="0" clrIdx="459"/>
  <p:cmAuthor id="461" name="未知用户165" initials="未知用户165" lastIdx="0" clrIdx="460"/>
  <p:cmAuthor id="462" name="未知的使用者147" initials="未" lastIdx="0" clrIdx="461"/>
  <p:cmAuthor id="463" name="未知用户166" initials="未知用户166" lastIdx="0" clrIdx="462"/>
  <p:cmAuthor id="464" name="未知的使用者149" initials="未" lastIdx="0" clrIdx="463"/>
  <p:cmAuthor id="465" name="未知用户167" initials="未知用户167" lastIdx="0" clrIdx="464"/>
  <p:cmAuthor id="466" name="未知用户168" initials="未知用户168" lastIdx="0" clrIdx="465"/>
  <p:cmAuthor id="467" name="未知用户169" initials="未知用户169" lastIdx="0" clrIdx="466"/>
  <p:cmAuthor id="468" name="未知用户202" initials="未" lastIdx="0" clrIdx="467"/>
  <p:cmAuthor id="469" name="未知的使用者220" initials="未" lastIdx="0" clrIdx="468"/>
  <p:cmAuthor id="470" name="未知用户134" initials="未" lastIdx="0" clrIdx="469"/>
  <p:cmAuthor id="471" name="未知用户135" initials="未" lastIdx="0" clrIdx="470"/>
  <p:cmAuthor id="472" name="未知用户205" initials="未" lastIdx="0" clrIdx="471"/>
  <p:cmAuthor id="473" name="未知的使用者157" initials="未" lastIdx="0" clrIdx="472"/>
  <p:cmAuthor id="474" name="未知的使用者204" initials="未" lastIdx="0" clrIdx="473"/>
  <p:cmAuthor id="475" name="Yoyo Wu" initials="Y" lastIdx="0" clrIdx="474"/>
  <p:cmAuthor id="476" name="zhangbin" initials="z" lastIdx="0" clrIdx="475"/>
  <p:cmAuthor id="477" name="Arno.Du(杜明星)" initials="A" lastIdx="0" clrIdx="476"/>
  <p:cmAuthor id="478" name="未知用户174" initials="未知用户174" lastIdx="0" clrIdx="477"/>
  <p:cmAuthor id="479" name="未知用户175" initials="未知用户175" lastIdx="0" clrIdx="478"/>
  <p:cmAuthor id="480" name="Unknown User27" initials="U" lastIdx="0" clrIdx="479"/>
  <p:cmAuthor id="481" name="Unknown User11" initials="U" lastIdx="0" clrIdx="480"/>
  <p:cmAuthor id="482" name="Unknown User112" initials="U" lastIdx="0" clrIdx="481"/>
  <p:cmAuthor id="483" name="Unknown User59" initials="U" lastIdx="0" clrIdx="482"/>
  <p:cmAuthor id="484" name="未知用户176" initials="未知用户176" lastIdx="0" clrIdx="483"/>
  <p:cmAuthor id="485" name="未知的使用者249" initials="未" lastIdx="0" clrIdx="484"/>
  <p:cmAuthor id="486" name="未知的使用者250" initials="未" lastIdx="0" clrIdx="485"/>
  <p:cmAuthor id="487" name="未知的使用者251" initials="未" lastIdx="0" clrIdx="486"/>
  <p:cmAuthor id="488" name="未知的使用者246" initials="未" lastIdx="0" clrIdx="487"/>
  <p:cmAuthor id="489" name="未知的使用者224" initials="未" lastIdx="0" clrIdx="488"/>
  <p:cmAuthor id="490" name="未知的使用者252" initials="未" lastIdx="0" clrIdx="489"/>
  <p:cmAuthor id="491" name="未知的使用者253" initials="未" lastIdx="0" clrIdx="490"/>
  <p:cmAuthor id="492" name="曾蓓/贝贝" initials="曾" lastIdx="0" clrIdx="491"/>
  <p:cmAuthor id="493" name="未知的使用者254" initials="未" lastIdx="0" clrIdx="492"/>
  <p:cmAuthor id="494" name="未知的使用者255" initials="未" lastIdx="0" clrIdx="493"/>
  <p:cmAuthor id="495" name="未知的使用者226" initials="未" lastIdx="0" clrIdx="494"/>
  <p:cmAuthor id="496" name="未知用户195" initials="未" lastIdx="0" clrIdx="495"/>
  <p:cmAuthor id="497" name="raymond luan" initials="r" lastIdx="0" clrIdx="496"/>
  <p:cmAuthor id="498" name="未知用户208" initials="未" lastIdx="0" clrIdx="497"/>
  <p:cmAuthor id="499" name="未知用户198" initials="未" lastIdx="0" clrIdx="498"/>
  <p:cmAuthor id="500" name="未知用户209" initials="未" lastIdx="0" clrIdx="499"/>
  <p:cmAuthor id="501" name="未知用户36" initials="未" lastIdx="0" clrIdx="500"/>
  <p:cmAuthor id="502" name="Evonlin" initials="E" lastIdx="0" clrIdx="501"/>
  <p:cmAuthor id="503" name="WANGZF" initials="W" lastIdx="0" clrIdx="502"/>
  <p:cmAuthor id="504" name="未知用户94" initials="未" lastIdx="0" clrIdx="503"/>
  <p:cmAuthor id="505" name="未知的使用者188" initials="未" lastIdx="0" clrIdx="504"/>
  <p:cmAuthor id="506" name="未知用户118" initials="未" lastIdx="0" clrIdx="505"/>
  <p:cmAuthor id="507" name="未知用户119" initials="未" lastIdx="0" clrIdx="506"/>
  <p:cmAuthor id="508" name="未知用户120" initials="未" lastIdx="0" clrIdx="507"/>
  <p:cmAuthor id="509" name="未知用户121" initials="未" lastIdx="0" clrIdx="508"/>
  <p:cmAuthor id="510" name="未知用户122" initials="未" lastIdx="0" clrIdx="509"/>
  <p:cmAuthor id="511" name="梅芬 吳" initials="梅" lastIdx="0" clrIdx="510"/>
  <p:cmAuthor id="512" name="未知的使用者134" initials="未" lastIdx="0" clrIdx="511"/>
  <p:cmAuthor id="513" name="未知的使用者136" initials="未" lastIdx="0" clrIdx="512"/>
  <p:cmAuthor id="514" name="未知的使用者139" initials="未" lastIdx="0" clrIdx="513"/>
  <p:cmAuthor id="515" name="D201" initials="D" lastIdx="0" clrIdx="514"/>
  <p:cmAuthor id="516" name="郭群(Qun Guo)" initials="郭群(Qun" lastIdx="0" clrIdx="515"/>
  <p:cmAuthor id="517" name="z z" initials="zz" lastIdx="0" clrIdx="516"/>
  <p:cmAuthor id="518" name="Li Li02 李莉" initials="LL李" lastIdx="0" clrIdx="517"/>
  <p:cmAuthor id="519" name="微软用户" initials="微软用户" lastIdx="0" clrIdx="518"/>
  <p:cmAuthor id="520" name="xiaoyun" initials="A" lastIdx="0" clrIdx="519"/>
  <p:cmAuthor id="521" name="xrh" initials="x" lastIdx="0" clrIdx="520"/>
  <p:cmAuthor id="522" name="微软中国" initials="微软中国" lastIdx="0" clrIdx="521"/>
  <p:cmAuthor id="523" name="wangzx1024@outlook.com" initials="w" lastIdx="0" clrIdx="522"/>
  <p:cmAuthor id="524" name="Mengmeng.Tang" initials="M" lastIdx="0" clrIdx="523"/>
  <p:cmAuthor id="525" name="杨森" initials="中心办" lastIdx="0" clrIdx="524"/>
  <p:cmAuthor id="526" name="Rui-Hua Xu" initials="a" lastIdx="0" clrIdx="525"/>
  <p:cmAuthor id="527" name="admin" initials="a" lastIdx="0" clrIdx="526"/>
  <p:cmAuthor id="528" name="Windows 用户" initials="W用" lastIdx="0" clrIdx="527"/>
  <p:cmAuthor id="529" name="shirley杨" initials="s" lastIdx="0" clrIdx="528"/>
  <p:cmAuthor id="530" name="蓁" initials="蓁" lastIdx="0" clrIdx="529"/>
  <p:cmAuthor id="531" name="qiaolin he" initials="qh" lastIdx="0" clrIdx="530"/>
  <p:cmAuthor id="532" name="MIDEA" initials="MIDEA" lastIdx="0" clrIdx="531"/>
  <p:cmAuthor id="533" name="Handsome Gmail" initials="HG" lastIdx="0" clrIdx="532"/>
  <p:cmAuthor id="534" name="pc" initials="p" lastIdx="0" clrIdx="533"/>
  <p:cmAuthor id="535" name="何清" initials="何" lastIdx="0" clrIdx="534"/>
  <p:cmAuthor id="536" name="dell" initials="d" lastIdx="0" clrIdx="535"/>
  <p:cmAuthor id="537" name="人力资源管理处" initials="HRO" lastIdx="0" clrIdx="536"/>
  <p:cmAuthor id="538" name="liumei" initials="l" lastIdx="0" clrIdx="537"/>
  <p:cmAuthor id="539" name="RCB" initials="R" lastIdx="0" clrIdx="538"/>
  <p:cmAuthor id="540" name="AutoBVT" initials="A" lastIdx="0" clrIdx="539"/>
  <p:cmAuthor id="541" name="钟 昕余" initials="钟" lastIdx="0" clrIdx="540"/>
  <p:cmAuthor id="542" name="xuehua" initials="x" lastIdx="0" clrIdx="541"/>
  <p:cmAuthor id="543" name="wei liang" initials="wl" lastIdx="0" clrIdx="542"/>
  <p:cmAuthor id="544" name="OC" initials="OC" lastIdx="0" clrIdx="543"/>
  <p:cmAuthor id="545" name="huang" initials="h" lastIdx="0" clrIdx="544"/>
  <p:cmAuthor id="546" name="黄玫" initials="黄" lastIdx="0" clrIdx="545"/>
  <p:cmAuthor id="547" name="宋洁然" initials="宋" lastIdx="0" clrIdx="546"/>
  <p:cmAuthor id="548" name="ming qiu" initials="m" lastIdx="0" clrIdx="547"/>
  <p:cmAuthor id="549" name="晚啊晚" initials="晚" lastIdx="0" clrIdx="548"/>
  <p:cmAuthor id="550" name="1206988966@qq.com" initials="1" lastIdx="0" clrIdx="549"/>
  <p:cmAuthor id="551" name="姜伟光" initials="姜" lastIdx="0" clrIdx="550"/>
  <p:cmAuthor id="552" name="WPS_1679281038" initials="W" lastIdx="0" clrIdx="551"/>
  <p:cmAuthor id="553" name="PPTer_Tang" initials="z" lastIdx="0" clrIdx="552"/>
  <p:cmAuthor id="554" name="熊仪_aYju7RJj" initials="熊" lastIdx="0" clrIdx="553"/>
  <p:cmAuthor id="555" name="哒哒 熊猫" initials="哒哒" lastIdx="0" clrIdx="554"/>
  <p:cmAuthor id="556" name="yifei" initials="y" lastIdx="0" clrIdx="55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2"/>
    <a:srgbClr val="003366"/>
    <a:srgbClr val="005695"/>
    <a:srgbClr val="F2F2F2"/>
    <a:srgbClr val="FFFFFF"/>
    <a:srgbClr val="FF9900"/>
    <a:srgbClr val="9DC3E6"/>
    <a:srgbClr val="AC87C8"/>
    <a:srgbClr val="ADB9CA"/>
    <a:srgbClr val="104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9" autoAdjust="0"/>
    <p:restoredTop sz="76440" autoAdjust="0"/>
  </p:normalViewPr>
  <p:slideViewPr>
    <p:cSldViewPr snapToGrid="0" showGuides="1">
      <p:cViewPr varScale="1">
        <p:scale>
          <a:sx n="63" d="100"/>
          <a:sy n="63" d="100"/>
        </p:scale>
        <p:origin x="1042" y="53"/>
      </p:cViewPr>
      <p:guideLst>
        <p:guide orient="horz" pos="459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font" Target="fonts/font1.fntdata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F1ED-2260-47E9-A520-720FC6F466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696DE-D046-4CAE-B89D-E6300096D6C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604BC-9517-4F41-BB19-C4C653BB9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54293-0E50-4377-85DA-E5452D7F9B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dirty="0"/>
              <a:t>各位老师好，我负责第四部分，重点是把前面三位同学的成果接成一个可测试、可展示的系统。我的工作分成四个阶段。</a:t>
            </a:r>
            <a:endParaRPr lang="en-US" altLang="zh-CN" dirty="0"/>
          </a:p>
          <a:p>
            <a:r>
              <a:rPr lang="zh-CN" altLang="zh-CN" dirty="0"/>
              <a:t>第一阶段是测试准备，时间为 9 月 20 日到 9 月 30 日。首先，我们从 CMB 和 CMExam 中抽取固定的问题，建立统一测试集。其次，我们把医疗语料、检索索引和测试问题分开保存，避免测试题或答案提前进入资料库，造成数据泄漏。然后，用 Python 编写统一评测脚本，规定每次实验都记录相同的信息，包括问题、检索证据、模型回答、引用来源、是否拒答、响应时间和 Token 用量。这样不同实验之间才具有可比性。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第二阶段，在 10 月 8 日到 10 月 </a:t>
            </a:r>
            <a:r>
              <a:rPr lang="en-US" altLang="zh-CN" dirty="0"/>
              <a:t>25 </a:t>
            </a:r>
            <a:r>
              <a:rPr lang="zh-CN" altLang="zh-CN" dirty="0"/>
              <a:t>日完成消融实验。我们固定 Qwen 模型、核心提示词、输出格式和测试集，只改变检索或核验模块。先测试不使用 RAG 的大模型基线，再分别比较稠密向量检索、BM25 关键词检索、BM25 加向量的混合检索、加入重排、加入父子层级检索、加入引用核验以及加入拒答策略。这样可以逐步回答每个模块到底带来了什么改进，而不是只报告一个最终分数。每组实验都会记录答案准确率、检索命中率、引用命中率、拒答率、误拒率、响应时延和 Token 用量。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第三阶段，在 10 月 </a:t>
            </a:r>
            <a:r>
              <a:rPr lang="en-US" altLang="zh-CN" dirty="0"/>
              <a:t>26 </a:t>
            </a:r>
            <a:r>
              <a:rPr lang="zh-CN" altLang="zh-CN" dirty="0"/>
              <a:t>日到 1</a:t>
            </a:r>
            <a:r>
              <a:rPr lang="en-US" altLang="zh-CN" dirty="0"/>
              <a:t>1</a:t>
            </a:r>
            <a:r>
              <a:rPr lang="zh-CN" altLang="zh-CN" dirty="0"/>
              <a:t> 月 </a:t>
            </a:r>
            <a:r>
              <a:rPr lang="en-US" altLang="zh-CN" dirty="0"/>
              <a:t>7</a:t>
            </a:r>
            <a:r>
              <a:rPr lang="zh-CN" altLang="zh-CN" dirty="0"/>
              <a:t> 日，接入网页。前端使用 Vue 3，展示问题、回答、证据片段、出处链接和拒答原因；后端使用 Python FastAPI，负责调用检索、重排、Qwen 生成和引用核验。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四阶段是全链路验收，从用户提问开始，检查是否找到合适证据，回答是否只使用证据，引用是否能回到原文，证据不足时是否正确拒答，并记录完整日志。最终交付的不只是网页，还包括评测脚本、消融结果表、实验配置、启动说明和现场演示材料。</a:t>
            </a:r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 anchorCtr="0">
            <a:noAutofit/>
          </a:bodyPr>
          <a:lstStyle/>
          <a:p>
            <a:endParaRPr lang="en-US" altLang="zh-CN" sz="2000" b="1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37558" y="124333"/>
            <a:ext cx="1432484" cy="47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tabLst>
                <a:tab pos="410845" algn="l"/>
                <a:tab pos="772795" algn="l"/>
              </a:tabLst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82200" y="17416"/>
            <a:ext cx="719390" cy="725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2"/>
          <p:cNvSpPr txBox="1"/>
          <p:nvPr userDrawn="1"/>
        </p:nvSpPr>
        <p:spPr>
          <a:xfrm>
            <a:off x="5691029" y="6446837"/>
            <a:ext cx="8099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10540" y="1463829"/>
            <a:ext cx="5436000" cy="736282"/>
          </a:xfr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72102" y="1448978"/>
            <a:ext cx="5436000" cy="736282"/>
          </a:xfr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/>
            <a:fld id="{E00927DD-F091-7547-A2A3-87B2E2E5D07E}" type="slidenum">
              <a:rPr lang="en-US" sz="15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fld>
            <a:endParaRPr lang="en-US" sz="1500" b="1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 anchorCtr="0">
            <a:noAutofit/>
          </a:bodyPr>
          <a:lstStyle/>
          <a:p>
            <a:endParaRPr lang="en-US" altLang="zh-CN" sz="2000" b="1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37558" y="124333"/>
            <a:ext cx="1432484" cy="47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tabLst>
                <a:tab pos="410845" algn="l"/>
                <a:tab pos="772795" algn="l"/>
              </a:tabLst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82200" y="17416"/>
            <a:ext cx="719390" cy="725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2"/>
          <p:cNvSpPr txBox="1"/>
          <p:nvPr userDrawn="1"/>
        </p:nvSpPr>
        <p:spPr>
          <a:xfrm>
            <a:off x="5691029" y="6446837"/>
            <a:ext cx="8099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10540" y="1463829"/>
            <a:ext cx="5436000" cy="736282"/>
          </a:xfr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72102" y="1448978"/>
            <a:ext cx="5436000" cy="736282"/>
          </a:xfr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/>
            <a:fld id="{E00927DD-F091-7547-A2A3-87B2E2E5D07E}" type="slidenum">
              <a:rPr lang="en-US" sz="15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fld>
            <a:endParaRPr lang="en-US" sz="1500" b="1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/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陈卓凡 · 校准拒答</a:t>
            </a:r>
            <a:r>
              <a:rPr lang="zh-CN" sz="27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实现</a:t>
            </a:r>
            <a:endParaRPr lang="zh-CN" sz="2700" b="1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" name="TextBox 4"/>
          <p:cNvSpPr/>
          <p:nvPr/>
        </p:nvSpPr>
        <p:spPr>
          <a:xfrm>
            <a:off x="521208" y="969264"/>
            <a:ext cx="11164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目标：从上一部分工作中提取关键特征</a:t>
            </a:r>
            <a:r>
              <a:rPr lang="en-US" altLang="zh-CN" sz="1500" dirty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，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并根据该特征实现校准</a:t>
            </a:r>
            <a:r>
              <a:rPr lang="en-US" altLang="zh-CN" sz="1500" dirty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（calibration)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与拒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答</a:t>
            </a:r>
            <a:endParaRPr lang="zh-CN" altLang="en-US" sz="1500" dirty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824" y="1664208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21208" y="1734185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521208" y="173418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01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10" name="TextBox 9"/>
          <p:cNvSpPr/>
          <p:nvPr>
            <p:custDataLst>
              <p:tags r:id="rId3"/>
            </p:custDataLst>
          </p:nvPr>
        </p:nvSpPr>
        <p:spPr>
          <a:xfrm>
            <a:off x="1057910" y="1847215"/>
            <a:ext cx="10332720" cy="349250"/>
          </a:xfrm>
          <a:prstGeom prst="rect">
            <a:avLst/>
          </a:prstGeom>
          <a:noFill/>
          <a:ln>
            <a:noFill/>
          </a:ln>
        </p:spPr>
        <p:txBody>
          <a:bodyPr wrap="none" lIns="0" tIns="38667" rIns="0" bIns="0" anchor="t" anchorCtr="0">
            <a:noAutofit/>
          </a:bodyPr>
          <a:lstStyle/>
          <a:p>
            <a:pPr algn="l">
              <a:lnSpc>
                <a:spcPts val="1455"/>
              </a:lnSpc>
            </a:pP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2026.9.20-</a:t>
            </a:r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9.30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｜调研相关论文，确定主要实现路线。</a:t>
            </a:r>
            <a:endParaRPr lang="zh-CN" altLang="en-US" sz="1300" b="1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9189" y="2469007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4"/>
            </p:custDataLst>
          </p:nvPr>
        </p:nvSpPr>
        <p:spPr>
          <a:xfrm>
            <a:off x="515493" y="258787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515493" y="258787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02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14" name="TextBox 13"/>
          <p:cNvSpPr/>
          <p:nvPr>
            <p:custDataLst>
              <p:tags r:id="rId6"/>
            </p:custDataLst>
          </p:nvPr>
        </p:nvSpPr>
        <p:spPr>
          <a:xfrm>
            <a:off x="1064133" y="2668175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2026.10.8-10.15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确认要从上一部分</a:t>
            </a:r>
            <a:r>
              <a:rPr lang="en-US" altLang="en-US" sz="1300" b="1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RAG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的</a:t>
            </a:r>
            <a:r>
              <a:rPr lang="en-US" altLang="en-US" sz="1300" b="1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reranker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等部分提取什么特征（</a:t>
            </a:r>
            <a:r>
              <a:rPr lang="en-US" altLang="en-US" sz="1300" b="1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feature）,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并设计从这些特征到模型不确定度（</a:t>
            </a:r>
            <a:r>
              <a:rPr lang="en-US" altLang="en-US" sz="1300" b="1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uncertainty)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的映射</a:t>
            </a:r>
            <a:endParaRPr lang="zh-CN" altLang="en-US" sz="1300" b="1" dirty="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9189" y="3163951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515493" y="3282823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515493" y="328282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03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18" name="TextBox 17"/>
          <p:cNvSpPr/>
          <p:nvPr>
            <p:custDataLst>
              <p:tags r:id="rId9"/>
            </p:custDataLst>
          </p:nvPr>
        </p:nvSpPr>
        <p:spPr>
          <a:xfrm>
            <a:off x="1064133" y="3363119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2026.10.16-10.20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｜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利用开源数据（</a:t>
            </a:r>
            <a:r>
              <a:rPr lang="en-US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CMB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等）构造校准集，即让模型回答数据集中的问题并记录准确率和不确定度。</a:t>
            </a:r>
            <a:endParaRPr lang="zh-CN" altLang="en-US" sz="1300" b="1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endParaRPr lang="zh-CN" altLang="en-US" sz="1300" b="1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9189" y="3858894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0"/>
            </p:custDataLst>
          </p:nvPr>
        </p:nvSpPr>
        <p:spPr>
          <a:xfrm>
            <a:off x="515493" y="397776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515493" y="39777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04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22" name="TextBox 21"/>
          <p:cNvSpPr/>
          <p:nvPr>
            <p:custDataLst>
              <p:tags r:id="rId12"/>
            </p:custDataLst>
          </p:nvPr>
        </p:nvSpPr>
        <p:spPr>
          <a:xfrm>
            <a:off x="1064133" y="3957733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2026.10.21-10.25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｜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采用 校准错误率——构造安全上界（</a:t>
            </a:r>
            <a:r>
              <a:rPr lang="en-US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upper bound)——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选择最大安全阈值（</a:t>
            </a:r>
            <a:r>
              <a:rPr lang="en-US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threshold) </a:t>
            </a:r>
            <a:endParaRPr lang="en-US" altLang="en-US" sz="1300" b="1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的方法实现不确定度的校准，并根据 该不确定度判断是否进行拒答。</a:t>
            </a:r>
            <a:endParaRPr lang="zh-CN" altLang="en-US" sz="1300" b="1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9189" y="4553838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>
            <p:custDataLst>
              <p:tags r:id="rId13"/>
            </p:custDataLst>
          </p:nvPr>
        </p:nvSpPr>
        <p:spPr>
          <a:xfrm>
            <a:off x="515493" y="467271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4"/>
            </p:custDataLst>
          </p:nvPr>
        </p:nvSpPr>
        <p:spPr>
          <a:xfrm>
            <a:off x="515493" y="467271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05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26" name="TextBox 25"/>
          <p:cNvSpPr/>
          <p:nvPr>
            <p:custDataLst>
              <p:tags r:id="rId15"/>
            </p:custDataLst>
          </p:nvPr>
        </p:nvSpPr>
        <p:spPr>
          <a:xfrm>
            <a:off x="1064133" y="4651461"/>
            <a:ext cx="10326624" cy="415576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2026.10.26-11.1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｜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再利用第一位同学构造好的验证集进行测试，统计拒答率与准确率。</a:t>
            </a:r>
            <a:endParaRPr lang="zh-CN" altLang="en-US" sz="1300" b="1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7" name="TextBox 26"/>
          <p:cNvSpPr/>
          <p:nvPr/>
        </p:nvSpPr>
        <p:spPr>
          <a:xfrm>
            <a:off x="505714" y="5832856"/>
            <a:ext cx="11164824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endParaRPr lang="zh-CN" sz="1200" dirty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868680" y="5426710"/>
            <a:ext cx="7552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COIN: Uncertainty-Guarding Selective Question Answering for Foundation Models with Provable Risk Guarantees,AAAI 2026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2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5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6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7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8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9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10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11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12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13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14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15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heme/theme1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WPS Presentation</Application>
  <PresentationFormat>宽屏</PresentationFormat>
  <Paragraphs>28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22" baseType="lpstr">
      <vt:lpstr>Arial</vt:lpstr>
      <vt:lpstr>SimSun</vt:lpstr>
      <vt:lpstr>Wingdings</vt:lpstr>
      <vt:lpstr>Microsoft YaHei</vt:lpstr>
      <vt:lpstr>仿宋</vt:lpstr>
      <vt:lpstr>仿宋-简</vt:lpstr>
      <vt:lpstr>方正雅意黑 GB18030L2</vt:lpstr>
      <vt:lpstr>Noto Sans SC</vt:lpstr>
      <vt:lpstr>等线</vt:lpstr>
      <vt:lpstr>汉仪中等线KW</vt:lpstr>
      <vt:lpstr>冬青黑体简体中文</vt:lpstr>
      <vt:lpstr>Microsoft YaHei</vt:lpstr>
      <vt:lpstr>Arial Unicode MS</vt:lpstr>
      <vt:lpstr>等线 Light</vt:lpstr>
      <vt:lpstr>Microsoft YaHei</vt:lpstr>
      <vt:lpstr>Noto Sans SC</vt:lpstr>
      <vt:lpstr>汉仪书宋二KW</vt:lpstr>
      <vt:lpstr>苹方-简</vt:lpstr>
      <vt:lpstr>Wonder Sans Bold</vt:lpstr>
      <vt:lpstr>Office 主题​​</vt:lpstr>
      <vt:lpstr>3_Office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fx w</dc:creator>
  <cp:lastModifiedBy>陈卓凡</cp:lastModifiedBy>
  <cp:revision>419</cp:revision>
  <dcterms:created xsi:type="dcterms:W3CDTF">2026-09-27T15:28:41Z</dcterms:created>
  <dcterms:modified xsi:type="dcterms:W3CDTF">2026-09-27T15:28:41Z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42DB2941BB0A91DD7C27B96A44A963C8_43</vt:lpwstr>
  </property>
  <property fmtid="{D5CDD505-2E9C-101B-9397-08002B2CF9AE}" pid="3" name="KSOProductBuildVer">
    <vt:lpwstr>1033-12.1.28496.28496</vt:lpwstr>
  </property>
</Properties>
</file>